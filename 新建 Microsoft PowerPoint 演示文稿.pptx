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AD748-A80A-450C-A41B-630CFAED6B71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F353D-AB60-4E82-90E5-029130CFA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F353D-AB60-4E82-90E5-029130CFAA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45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5DBF0-BBBE-711F-49F2-DECB2E9FD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B698B8-3D41-BED1-E7E3-1B11B9896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0ED1A-9937-295A-C4CB-BE041D35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610B2-FE2D-E836-C7EA-07BAE595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75E66-AE24-ACFD-BF5F-82B98991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6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CB6A-691F-6C7B-CD80-DF7637E6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DD15B-0B53-C53D-80C6-A4F286EA1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A0B69-2BEA-129C-858E-2C586C41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E06428-C399-80B5-A8A1-8BB2D85B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872FE-A6D0-59DF-F9DC-764B64FA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21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30FA5-28B1-7A09-1DC1-DD70D04F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1B2C02-3F95-FDE8-1D87-C16583B6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FED35-C693-C670-DD46-5F036855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0FECE-04CD-737C-C4D8-E9702EFE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C6A94B-2F9B-3BEA-ED3E-196A6849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85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55B35-A5EE-81CD-B8AF-514F2AD7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2DFA6-2506-650B-22B1-9C3009BA3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C57778-043B-0494-4EEB-941E86B57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5E753-EF85-E810-217F-FE8ED60D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8C724-0F24-E8F3-CCC0-C292A37A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6D9788-0FFB-F185-CFD2-FC7A1DC3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81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ACEBF-7139-461B-3D50-0B527362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49F7C6-0E9E-C9F0-D721-D6209142A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19937B-923F-7D1E-B5B1-61A3ECCE4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B37A2E-2A95-2137-847B-241C3C2BA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73FFA1-C511-E323-25BB-B7008AA28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D7543F-E63A-1327-E90A-10D01FD7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ACD8AB-47EB-396C-065F-C0451237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861321-E131-0533-FFF8-0C38A4E6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81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6E8E0-EA87-F508-FA50-F58A3CDE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2AF83A-A8DA-2614-FCE1-F2F88BC5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8AEBA9-BACB-685D-820A-A1669E6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A8E138-90A0-C190-A3D6-6A0784C7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66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E6F316-D6FB-0617-6C55-6E5F903E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AF7613-0EDB-D430-0645-FB3E53E1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481C9-F865-FB54-2AB2-8E4B678D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00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837BE-2FB7-7864-13D5-ACD255A1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6DCE8-C80E-9940-C707-665F813E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479B33-835C-3E8C-68B5-5E3C6D9AC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F9D982-6D55-6943-FC21-6F4A6552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2F481-4600-6C19-10B3-4058F2032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307F9-DD6C-ABBE-F8B6-2C82872F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7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FF0E3-C805-865F-317F-87FADE2F4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6CA06A-54DE-AD37-0576-77D2286B1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6557A3-A9DC-F809-B1A7-DA66C4B64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ACF8BD-DB76-F70D-2CF8-5BC4E13C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F139B3-20F0-9C63-AC36-5DA797DF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E6D74F-63AB-E887-0882-3A4F9211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51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6DBB8-9FCD-5B2F-C434-2F05D2E3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C61017-954A-1081-09E3-AA403DFE2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D6E9D-C4AF-2D76-83ED-3927C1DD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14FC6-D03A-BDAF-9405-D9C99F6E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B0FB3-5BB8-4042-823D-9B01B02E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22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E1C073-23FE-8B57-6985-4BF158D2F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F7FB15-E285-A67B-6639-DED486FD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564F1-FFBB-7872-FCE6-087FCAC4F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D32FF8-EE11-9D72-425F-FFF7CAD0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4F14D-3008-08D6-EC1F-F9DA5243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2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0F0F48-2E43-A91D-CB84-0F1E0D4B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081AF3-BD80-EBD4-1981-3F54B3923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94AEF-D777-1467-069C-28B14B2E0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50238-6B0B-4FE9-9B7F-F34D7F9560DF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57C1C-2816-00F5-9D43-AD36F2AAD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393C4-852B-529E-7C82-E54A46860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16795-37A5-4797-8F1B-D5E1E5A013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3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85F242D-B368-76FD-105D-780357B9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628" y="1931936"/>
            <a:ext cx="2482389" cy="2444003"/>
          </a:xfrm>
          <a:prstGeom prst="rect">
            <a:avLst/>
          </a:prstGeom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819DA09-B519-13BA-D82C-B48A15217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038" y="1931937"/>
            <a:ext cx="3568363" cy="2444003"/>
          </a:xfrm>
          <a:prstGeom prst="rect">
            <a:avLst/>
          </a:prstGeom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B98B86-C44E-4E9A-B2E1-9B5BC8CB2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23" y="1811867"/>
            <a:ext cx="3709463" cy="2685208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8015C8-4A49-A5C5-3AD7-177853CB0318}"/>
              </a:ext>
            </a:extLst>
          </p:cNvPr>
          <p:cNvSpPr/>
          <p:nvPr/>
        </p:nvSpPr>
        <p:spPr>
          <a:xfrm>
            <a:off x="1153087" y="4979730"/>
            <a:ext cx="2379133" cy="533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张力检测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68AF6B0-4DC9-8C5B-8EB2-1DE29D1D4FD8}"/>
              </a:ext>
            </a:extLst>
          </p:cNvPr>
          <p:cNvSpPr/>
          <p:nvPr/>
        </p:nvSpPr>
        <p:spPr>
          <a:xfrm>
            <a:off x="4635255" y="4989527"/>
            <a:ext cx="2379133" cy="533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编码器检测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12DF7F4-612B-2703-0B31-7B6A0F63C9FF}"/>
              </a:ext>
            </a:extLst>
          </p:cNvPr>
          <p:cNvSpPr/>
          <p:nvPr/>
        </p:nvSpPr>
        <p:spPr>
          <a:xfrm>
            <a:off x="8287652" y="4989527"/>
            <a:ext cx="2379133" cy="533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视觉断丝检测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80769CF4-67CB-E0C5-DB88-614BE29A2557}"/>
              </a:ext>
            </a:extLst>
          </p:cNvPr>
          <p:cNvSpPr/>
          <p:nvPr/>
        </p:nvSpPr>
        <p:spPr>
          <a:xfrm rot="5400000">
            <a:off x="5668723" y="-2528712"/>
            <a:ext cx="244953" cy="83142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1F3F8A2-24DB-0D5E-B548-28C73ECFFB13}"/>
              </a:ext>
            </a:extLst>
          </p:cNvPr>
          <p:cNvSpPr/>
          <p:nvPr/>
        </p:nvSpPr>
        <p:spPr>
          <a:xfrm>
            <a:off x="4583628" y="882026"/>
            <a:ext cx="2379133" cy="5334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融合检测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707E8307-BE63-652E-A1DB-3F4DCF3E04EF}"/>
              </a:ext>
            </a:extLst>
          </p:cNvPr>
          <p:cNvSpPr/>
          <p:nvPr/>
        </p:nvSpPr>
        <p:spPr>
          <a:xfrm>
            <a:off x="2006600" y="4665133"/>
            <a:ext cx="643467" cy="23706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306B688-3342-3627-770E-8EC5723F9BC6}"/>
              </a:ext>
            </a:extLst>
          </p:cNvPr>
          <p:cNvSpPr/>
          <p:nvPr/>
        </p:nvSpPr>
        <p:spPr>
          <a:xfrm>
            <a:off x="5503087" y="4659327"/>
            <a:ext cx="643467" cy="237067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DE277E71-9ADB-A0F8-565B-66CCA5B237FD}"/>
              </a:ext>
            </a:extLst>
          </p:cNvPr>
          <p:cNvSpPr/>
          <p:nvPr/>
        </p:nvSpPr>
        <p:spPr>
          <a:xfrm>
            <a:off x="9155484" y="4659326"/>
            <a:ext cx="643467" cy="237067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84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</Words>
  <Application>Microsoft Office PowerPoint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治元 卢</dc:creator>
  <cp:lastModifiedBy>治元 卢</cp:lastModifiedBy>
  <cp:revision>6</cp:revision>
  <dcterms:created xsi:type="dcterms:W3CDTF">2026-08-02T09:37:56Z</dcterms:created>
  <dcterms:modified xsi:type="dcterms:W3CDTF">2026-08-02T09:49:06Z</dcterms:modified>
</cp:coreProperties>
</file>